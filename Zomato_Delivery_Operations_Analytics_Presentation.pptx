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8E470-7D4C-7E14-1B8D-20CEBE3865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ED31CC-423C-74A8-3D00-1704E8909D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635D42-D50E-ABF2-12AD-3A4E7C504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69326-3810-4769-B6EA-F1EA6851FA44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2A9B81-06FA-E447-91DC-1A3A7E849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117AE7-D6DE-3948-A1C3-45C6E19B6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25CCE-C71E-4B74-8FE3-E7B4A8ABF7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84843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DDB63-A3EB-CF5D-83EB-3D4B52024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BE0508-5D89-4BA3-D592-2D7F197BA6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B1FDAC-BF5B-A7BC-8F33-4FFD0B376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69326-3810-4769-B6EA-F1EA6851FA44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FA43CC-6DB6-D9CA-089B-819565A6F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938007-F1D8-DFA3-3C56-76B41AAC5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25CCE-C71E-4B74-8FE3-E7B4A8ABF7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13748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48C73-C157-F363-17E0-9F043BE1D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3A3A8E-F66D-4F81-FBDD-E27699F779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BB54BE-BD51-5DDA-256F-251317782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69326-3810-4769-B6EA-F1EA6851FA44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7EEA05-CFDC-A588-AA51-5DBB184E5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ED2F8F-29BE-A315-FE28-31295D529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25CCE-C71E-4B74-8FE3-E7B4A8ABF7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09346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C913C-49D9-D809-D91D-7623EEC31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1C058D-489F-45AB-367A-75FBD19D11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F4DB24-B88F-E59D-29EA-4AE33D5B65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A15CD6-FF30-2D81-FA79-88739FD9D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69326-3810-4769-B6EA-F1EA6851FA44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BE482F-1071-A092-23A8-379B23B12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1FB20F-7226-01D2-05E6-1879639BC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25CCE-C71E-4B74-8FE3-E7B4A8ABF7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2753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D1473-5D84-E6B9-D33A-B51608B112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EAC29C-A82F-A083-2E6A-30E0DEC54C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CA6855-9088-3154-C02C-701759E756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88D1E3-99A4-1CD7-3D53-5A75A8DC04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1FA00B-719F-38FC-BE65-4403BDC4BD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3A635D-ED5E-B554-FEB2-592545E19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69326-3810-4769-B6EA-F1EA6851FA44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58FC48-DC28-227D-518E-76D10D1CD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066502-D302-81D8-0091-48C5F23CF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25CCE-C71E-4B74-8FE3-E7B4A8ABF7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7173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CB78F-6A6D-5D0D-D14A-80B3B74E8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19AFA7-4C5F-6A30-A862-5E04EDF79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69326-3810-4769-B6EA-F1EA6851FA44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8443E0-55E3-B7C4-5D0D-1F6D6A4E8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95B979-E1A6-4B2D-1469-EE45E3129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25CCE-C71E-4B74-8FE3-E7B4A8ABF7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12428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DC692B-AF98-5416-35E0-785E91E9A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69326-3810-4769-B6EA-F1EA6851FA44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3756E8-089C-7D6B-C19E-A2AA001C0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1A300A-8010-5AC9-DCD3-BE303D03F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25CCE-C71E-4B74-8FE3-E7B4A8ABF7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08134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23287-8EE4-4791-E683-D9A6A06B9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E517BE-4BF9-6DAC-EF43-7E2D604696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9ADA8B-8341-0E33-E8D9-2616CC2D4E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23EE67-D98B-CB4C-E3DF-5AE2C8AE7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69326-3810-4769-B6EA-F1EA6851FA44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AC8CD8-05F2-E8F6-4113-A41525EF6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9DA335-041E-691C-E6F3-9CF5DED0D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25CCE-C71E-4B74-8FE3-E7B4A8ABF7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04167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13F32-3A58-A6C2-F7FB-78F10F684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B3384F-D379-47E1-1D6E-3D86B40DF3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B8C673-6D67-24BC-CF91-11A5E18E1E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FD0146-32A6-1F4D-6C09-A20A290A2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69326-3810-4769-B6EA-F1EA6851FA44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C9222C-B67E-3A7E-85CE-055130E79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DC9B26-CA42-E30A-63BF-1A8E1E3B8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25CCE-C71E-4B74-8FE3-E7B4A8ABF7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3947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2DFDA-BCCD-5C5F-DE84-9C4DDB149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3EEF96-2AED-9A09-DBDF-E62B470F78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12A1F9-3B00-A263-557D-1174666C5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69326-3810-4769-B6EA-F1EA6851FA44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D09202-E741-593A-206F-0E2A2530E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07B4D7-8B90-D8A2-2907-F7E737236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25CCE-C71E-4B74-8FE3-E7B4A8ABF7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72624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56422C9-F6D0-57C2-658A-FB2CC25999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5A0CF2-8D8C-C2BA-F3A4-013F214EF6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0DA7DC-74DA-8AD1-D003-712D18B02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69326-3810-4769-B6EA-F1EA6851FA44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850DDE-C177-5FEC-9D75-7E7FA5781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3C9006-710F-DC73-0140-5149AFBFE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25CCE-C71E-4B74-8FE3-E7B4A8ABF7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0496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E54518-3C6B-7FDB-AB60-0F6308FE4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844F45-3C70-02F5-2530-D2E731E71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D48E2B-FA0F-2D3A-38C1-C3934A9456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869326-3810-4769-B6EA-F1EA6851FA44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F4C341-E261-3EA8-4C89-784F88582F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FF6BBA-655F-62EB-2441-1D1E225712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A25CCE-C71E-4B74-8FE3-E7B4A8ABF7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6340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9FA4B-E4E7-A36D-FA5B-3409D921DB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905220"/>
          </a:xfrm>
        </p:spPr>
        <p:txBody>
          <a:bodyPr>
            <a:normAutofit/>
          </a:bodyPr>
          <a:lstStyle/>
          <a:p>
            <a:r>
              <a:rPr lang="en-IN" sz="2800" b="1" dirty="0"/>
              <a:t>Zomato Delivery Operations Analytics Dashboard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D0969C-CB0B-9A53-4498-10E32BA86E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729948"/>
            <a:ext cx="9144000" cy="4128052"/>
          </a:xfrm>
        </p:spPr>
        <p:txBody>
          <a:bodyPr>
            <a:normAutofit fontScale="92500" lnSpcReduction="10000"/>
          </a:bodyPr>
          <a:lstStyle/>
          <a:p>
            <a:r>
              <a:rPr lang="en-IN" dirty="0"/>
              <a:t>Operational KPI Reporting &amp; Delivery Performance Analysis</a:t>
            </a:r>
          </a:p>
          <a:p>
            <a:endParaRPr lang="en-IN" dirty="0"/>
          </a:p>
          <a:p>
            <a:endParaRPr lang="en-IN" dirty="0"/>
          </a:p>
          <a:p>
            <a:pPr algn="l"/>
            <a:r>
              <a:rPr lang="en-IN" b="1" dirty="0"/>
              <a:t>Tools Used: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IN" dirty="0"/>
              <a:t>Microsoft Excel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IN" dirty="0"/>
              <a:t>Pivot Tables 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IN" dirty="0"/>
              <a:t>XLOOKUP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IN" dirty="0"/>
              <a:t>IF 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IN" dirty="0"/>
              <a:t>COUNTIF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IN" dirty="0"/>
              <a:t>AVERAGEIFS</a:t>
            </a:r>
          </a:p>
        </p:txBody>
      </p:sp>
    </p:spTree>
    <p:extLst>
      <p:ext uri="{BB962C8B-B14F-4D97-AF65-F5344CB8AC3E}">
        <p14:creationId xmlns:p14="http://schemas.microsoft.com/office/powerpoint/2010/main" val="38815135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A14C1-D1F3-DC1A-6ADC-3082DEBCE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dirty="0"/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1B2B05-E120-5447-5010-DFDB9E9AE1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3753541"/>
          </a:xfrm>
        </p:spPr>
        <p:txBody>
          <a:bodyPr>
            <a:normAutofit/>
          </a:bodyPr>
          <a:lstStyle/>
          <a:p>
            <a:r>
              <a:rPr lang="en-IN" sz="1800" dirty="0" err="1"/>
              <a:t>Analyzed</a:t>
            </a:r>
            <a:r>
              <a:rPr lang="en-IN" sz="1800" dirty="0"/>
              <a:t> Zomato delivery operations data to evaluate delivery performance and operational efficiency.</a:t>
            </a:r>
          </a:p>
          <a:p>
            <a:r>
              <a:rPr lang="en-IN" sz="1800" dirty="0"/>
              <a:t>Cleaned and transformed raw data to improve reporting accuracy.</a:t>
            </a:r>
          </a:p>
          <a:p>
            <a:r>
              <a:rPr lang="en-IN" sz="1800" dirty="0"/>
              <a:t>Designed KPI-based reporting for Total Orders, Average Delivery Time, Ratings, and Delayed Deliveries.</a:t>
            </a:r>
          </a:p>
          <a:p>
            <a:r>
              <a:rPr lang="en-IN" sz="1800" dirty="0"/>
              <a:t>Performed analysis on city-wise orders, vehicle utilization, traffic conditions, weather impact, and festival impact.</a:t>
            </a:r>
          </a:p>
          <a:p>
            <a:r>
              <a:rPr lang="en-IN" sz="1800" dirty="0"/>
              <a:t>Developed an interactive Excel dashboard using Pivot Tables and advanced Excel functions.</a:t>
            </a:r>
          </a:p>
          <a:p>
            <a:r>
              <a:rPr lang="en-IN" sz="1800" dirty="0"/>
              <a:t>Generated actionable business insights to support operational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20803629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1FC29-7D88-EA47-0868-41A70417D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2800" dirty="0"/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7D7B79-DAE1-0C4C-1DC2-C81B8D1B40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800" dirty="0"/>
              <a:t>Dataset Name: Zomato Delivery Operations Dataset</a:t>
            </a:r>
          </a:p>
          <a:p>
            <a:pPr marL="0" indent="0">
              <a:buNone/>
            </a:pPr>
            <a:r>
              <a:rPr lang="en-IN" sz="1800" dirty="0"/>
              <a:t>Total Records: 45,584</a:t>
            </a:r>
          </a:p>
          <a:p>
            <a:pPr marL="0" indent="0">
              <a:buNone/>
            </a:pPr>
            <a:r>
              <a:rPr lang="en-IN" sz="1800" dirty="0"/>
              <a:t>Key Attributes:</a:t>
            </a:r>
          </a:p>
          <a:p>
            <a:pPr marL="0" indent="0">
              <a:buNone/>
            </a:pPr>
            <a:r>
              <a:rPr lang="en-IN" sz="1800" dirty="0"/>
              <a:t>• Delivery Person Rating</a:t>
            </a:r>
            <a:br>
              <a:rPr lang="en-IN" sz="1800" dirty="0"/>
            </a:br>
            <a:r>
              <a:rPr lang="en-IN" sz="1800" dirty="0"/>
              <a:t>• City</a:t>
            </a:r>
            <a:br>
              <a:rPr lang="en-IN" sz="1800" dirty="0"/>
            </a:br>
            <a:r>
              <a:rPr lang="en-IN" sz="1800" dirty="0"/>
              <a:t>• Vehicle Type</a:t>
            </a:r>
            <a:br>
              <a:rPr lang="en-IN" sz="1800" dirty="0"/>
            </a:br>
            <a:r>
              <a:rPr lang="en-IN" sz="1800" dirty="0"/>
              <a:t>• Weather Conditions</a:t>
            </a:r>
            <a:br>
              <a:rPr lang="en-IN" sz="1800" dirty="0"/>
            </a:br>
            <a:r>
              <a:rPr lang="en-IN" sz="1800" dirty="0"/>
              <a:t>• Road Traffic Density</a:t>
            </a:r>
            <a:br>
              <a:rPr lang="en-IN" sz="1800" dirty="0"/>
            </a:br>
            <a:r>
              <a:rPr lang="en-IN" sz="1800" dirty="0"/>
              <a:t>• Festival Status</a:t>
            </a:r>
            <a:br>
              <a:rPr lang="en-IN" sz="1800" dirty="0"/>
            </a:br>
            <a:r>
              <a:rPr lang="en-IN" sz="1800" dirty="0"/>
              <a:t>• Delivery Time (Minutes)</a:t>
            </a:r>
            <a:br>
              <a:rPr lang="en-IN" sz="1800" dirty="0"/>
            </a:br>
            <a:r>
              <a:rPr lang="en-IN" sz="1800" dirty="0"/>
              <a:t>• Delivery Performance</a:t>
            </a:r>
            <a:br>
              <a:rPr lang="en-IN" sz="1800" dirty="0"/>
            </a:br>
            <a:br>
              <a:rPr lang="en-IN" sz="1800" dirty="0"/>
            </a:br>
            <a:r>
              <a:rPr lang="en-IN" sz="1800" dirty="0"/>
              <a:t>Data Preparation Activities:</a:t>
            </a:r>
            <a:br>
              <a:rPr lang="en-IN" sz="1800" dirty="0"/>
            </a:br>
            <a:r>
              <a:rPr lang="en-IN" sz="1800" dirty="0"/>
              <a:t>• Removed duplicate records</a:t>
            </a:r>
            <a:br>
              <a:rPr lang="en-IN" sz="1800" dirty="0"/>
            </a:br>
            <a:r>
              <a:rPr lang="en-IN" sz="1800" dirty="0"/>
              <a:t>• Handled missing values</a:t>
            </a:r>
            <a:br>
              <a:rPr lang="en-IN" sz="1800" dirty="0"/>
            </a:br>
            <a:r>
              <a:rPr lang="en-IN" sz="1800" dirty="0"/>
              <a:t>• Standardized data formats</a:t>
            </a:r>
            <a:br>
              <a:rPr lang="en-IN" sz="1800" dirty="0"/>
            </a:br>
            <a:r>
              <a:rPr lang="en-IN" sz="1800" dirty="0"/>
              <a:t>• Created analysis-ready dataset</a:t>
            </a:r>
          </a:p>
        </p:txBody>
      </p:sp>
    </p:spTree>
    <p:extLst>
      <p:ext uri="{BB962C8B-B14F-4D97-AF65-F5344CB8AC3E}">
        <p14:creationId xmlns:p14="http://schemas.microsoft.com/office/powerpoint/2010/main" val="287249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35B7D-9823-FC5C-A018-EA8AB18A0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2800" b="1" dirty="0"/>
              <a:t>Key Performance Indicators (KPIs)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B1EEC35-5A4D-C4B2-7371-B73D33C7D9C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38436481"/>
              </p:ext>
            </p:extLst>
          </p:nvPr>
        </p:nvGraphicFramePr>
        <p:xfrm>
          <a:off x="838200" y="1825625"/>
          <a:ext cx="10515600" cy="45486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547902626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068030459"/>
                    </a:ext>
                  </a:extLst>
                </a:gridCol>
              </a:tblGrid>
              <a:tr h="7581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KPI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498852"/>
                  </a:ext>
                </a:extLst>
              </a:tr>
              <a:tr h="7581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Total Orders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45,584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7555305"/>
                  </a:ext>
                </a:extLst>
              </a:tr>
              <a:tr h="7581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Average Delivery 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26.29 mins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0733205"/>
                  </a:ext>
                </a:extLst>
              </a:tr>
              <a:tr h="7581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Average Rating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4.63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0832551"/>
                  </a:ext>
                </a:extLst>
              </a:tr>
              <a:tr h="7581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Delayed Orders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13,602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9289161"/>
                  </a:ext>
                </a:extLst>
              </a:tr>
              <a:tr h="7581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Avg Time (High Traffic)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27.24 mins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11970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82487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56A28-91E9-9282-BFA5-F2009D612A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27571"/>
          </a:xfrm>
        </p:spPr>
        <p:txBody>
          <a:bodyPr>
            <a:normAutofit/>
          </a:bodyPr>
          <a:lstStyle/>
          <a:p>
            <a:pPr algn="ctr"/>
            <a:r>
              <a:rPr lang="en-IN" sz="2800" b="1" dirty="0"/>
              <a:t>Interactive Dashboard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FBF04AA-E669-7ED9-157B-EEBAC6A027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25218"/>
            <a:ext cx="12192000" cy="5532782"/>
          </a:xfrm>
        </p:spPr>
      </p:pic>
    </p:spTree>
    <p:extLst>
      <p:ext uri="{BB962C8B-B14F-4D97-AF65-F5344CB8AC3E}">
        <p14:creationId xmlns:p14="http://schemas.microsoft.com/office/powerpoint/2010/main" val="28500069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3F9C2-52F7-BD83-81A7-99499A45F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 dirty="0"/>
              <a:t>Key Insights &amp;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E5FF50-94CF-8439-2DF6-7DED9DC650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lnSpcReduction="10000"/>
          </a:bodyPr>
          <a:lstStyle/>
          <a:p>
            <a:r>
              <a:rPr lang="en-US" sz="1800" dirty="0"/>
              <a:t>Metropolitan cities generated the highest order volume with 34,087 deliveries.</a:t>
            </a:r>
          </a:p>
          <a:p>
            <a:endParaRPr lang="en-US" sz="1800" dirty="0"/>
          </a:p>
          <a:p>
            <a:r>
              <a:rPr lang="en-US" sz="1800" dirty="0"/>
              <a:t>Motorcycles were the most utilized delivery vehicles with 26,429 deliveries.</a:t>
            </a:r>
          </a:p>
          <a:p>
            <a:endParaRPr lang="en-US" sz="1800" dirty="0"/>
          </a:p>
          <a:p>
            <a:r>
              <a:rPr lang="en-US" sz="1800" dirty="0"/>
              <a:t>Festival periods recorded significantly higher delivery times than non-festival periods.</a:t>
            </a:r>
          </a:p>
          <a:p>
            <a:endParaRPr lang="en-US" sz="1800" dirty="0"/>
          </a:p>
          <a:p>
            <a:r>
              <a:rPr lang="en-US" sz="1800" dirty="0"/>
              <a:t>Traffic jam conditions resulted in the highest average delivery times.</a:t>
            </a:r>
          </a:p>
          <a:p>
            <a:endParaRPr lang="en-US" sz="1800" dirty="0"/>
          </a:p>
          <a:p>
            <a:r>
              <a:rPr lang="en-US" sz="1800" dirty="0"/>
              <a:t>Weather conditions influenced delivery performance, with foggy conditions causing longer delivery durations.</a:t>
            </a:r>
          </a:p>
          <a:p>
            <a:pPr marL="0" indent="0">
              <a:buNone/>
            </a:pPr>
            <a:r>
              <a:rPr lang="en-IN" b="1" dirty="0"/>
              <a:t>Conclusion</a:t>
            </a:r>
          </a:p>
          <a:p>
            <a:pPr marL="0" indent="0">
              <a:buNone/>
            </a:pPr>
            <a:r>
              <a:rPr lang="en-IN" sz="1800" dirty="0"/>
              <a:t>This project demonstrates the use of Microsoft Excel for KPI reporting, operational analytics, dashboard</a:t>
            </a:r>
          </a:p>
          <a:p>
            <a:pPr marL="0" indent="0">
              <a:buNone/>
            </a:pPr>
            <a:r>
              <a:rPr lang="en-IN" sz="1800" dirty="0"/>
              <a:t> development, and business insight generation to support data-driven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18597733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306</Words>
  <Application>Microsoft Office PowerPoint</Application>
  <PresentationFormat>Widescreen</PresentationFormat>
  <Paragraphs>50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Wingdings</vt:lpstr>
      <vt:lpstr>Office Theme</vt:lpstr>
      <vt:lpstr>Zomato Delivery Operations Analytics Dashboard</vt:lpstr>
      <vt:lpstr>Project Overview</vt:lpstr>
      <vt:lpstr>Dataset Overview</vt:lpstr>
      <vt:lpstr>Key Performance Indicators (KPIs)</vt:lpstr>
      <vt:lpstr>Interactive Dashboard</vt:lpstr>
      <vt:lpstr>Key Insights &amp;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Ramana Challa</dc:creator>
  <cp:lastModifiedBy>Ramana Challa</cp:lastModifiedBy>
  <cp:revision>1</cp:revision>
  <dcterms:created xsi:type="dcterms:W3CDTF">2026-06-16T06:41:24Z</dcterms:created>
  <dcterms:modified xsi:type="dcterms:W3CDTF">2026-06-16T07:06:28Z</dcterms:modified>
</cp:coreProperties>
</file>